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84368" y="12344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4028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6800" dirty="0"/>
          </a:p>
        </p:txBody>
      </p:sp>
      <p:sp>
        <p:nvSpPr>
          <p:cNvPr id="4" name="Text 1"/>
          <p:cNvSpPr/>
          <p:nvPr/>
        </p:nvSpPr>
        <p:spPr>
          <a:xfrm>
            <a:off x="0" y="3337560"/>
            <a:ext cx="121916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AI Cloud Ops Agents,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Governed by an AI Change Advisory Board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0" y="480060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BD5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propose the fix. An AI Change Advisory Board decides if it ships.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031840" y="548640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0" y="580644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Azure-native · Open source · Hackathon-born, production-architected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emerging risk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AI agents are now making infrastructure decisions at enterprise scale — with only capability controls (IAM, scopes) and no judgment layer.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808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08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888" y="3063240"/>
            <a:ext cx="548640" cy="548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008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agent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008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Deletes a DR VM to save $847/mo — without seeing the compliance tag that made it untouchable.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2670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670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88" y="3063240"/>
            <a:ext cx="548640" cy="5486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870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SRE agent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45870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Restarts a payment service — unaware that identical restarts triggered cascade failures three times before.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53248" y="2743200"/>
            <a:ext cx="3657600" cy="23774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53248" y="2743200"/>
            <a:ext cx="73152" cy="237744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3288" y="3063240"/>
            <a:ext cx="548640" cy="5486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73288" y="3703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agent</a:t>
            </a:r>
            <a:endParaRPr lang="en-US" sz="2000" dirty="0"/>
          </a:p>
        </p:txBody>
      </p:sp>
      <p:sp>
        <p:nvSpPr>
          <p:cNvPr id="21" name="Text 16"/>
          <p:cNvSpPr/>
          <p:nvPr/>
        </p:nvSpPr>
        <p:spPr>
          <a:xfrm>
            <a:off x="8473288" y="42062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 network port — inadvertently exposing internal admin dashboards to the public internet.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548640" y="5486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Nobody today asks the judgment question before the agent acts.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 are not governance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00888" y="1737360"/>
            <a:ext cx="5212080" cy="40233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648" y="205740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664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Guardrails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66648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the agent do this?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66648" y="38862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roles, token scopes, deny-lists, rate limits.</a:t>
            </a:r>
            <a:endParaRPr lang="en-US" sz="15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cloud ships them.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278728" y="1737360"/>
            <a:ext cx="5212080" cy="402336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205740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644488" y="2788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6644488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Should the agent do this — right now, on this resource?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644488" y="3886200"/>
            <a:ext cx="4480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radius. Policy fit. Precedent. Cost. Evidence quality.</a:t>
            </a:r>
            <a:endParaRPr lang="en-US" sz="1500" dirty="0"/>
          </a:p>
          <a:p>
            <a:pPr algn="l" indent="0" marL="0">
              <a:buNone/>
            </a:pPr>
            <a:r>
              <a:rPr lang="en-US" sz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nobody ships them.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AI-agent tooling stops at guardrails. The judgment layer is missing.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pattern that already works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mature enterprise routes production change through a Change Advisory Board. A senior reviewer checks: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2316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33172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0" y="2331720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 if this goes wrong?</a:t>
            </a:r>
            <a:endParaRPr lang="en-US" sz="15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9067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299923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114800" y="2999232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this violate compliance or internal standard?</a:t>
            </a:r>
            <a:endParaRPr lang="en-US" sz="15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5818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666744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Precedent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114800" y="3666744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this pattern failed before?</a:t>
            </a:r>
            <a:endParaRPr lang="en-US" sz="15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25696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33425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114800" y="4334256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change financially sane?</a:t>
            </a:r>
            <a:endParaRPr lang="en-US" sz="150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093208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5001768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Conditions</a:t>
            </a:r>
            <a:endParaRPr lang="en-US" sz="1800" dirty="0"/>
          </a:p>
        </p:txBody>
      </p:sp>
      <p:sp>
        <p:nvSpPr>
          <p:cNvPr id="21" name="Text 14"/>
          <p:cNvSpPr/>
          <p:nvPr/>
        </p:nvSpPr>
        <p:spPr>
          <a:xfrm>
            <a:off x="4114800" y="5001768"/>
            <a:ext cx="75282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window, canary rollout, rollback pre-staged.</a:t>
            </a:r>
            <a:endParaRPr lang="en-US" sz="1500" dirty="0"/>
          </a:p>
        </p:txBody>
      </p:sp>
      <p:sp>
        <p:nvSpPr>
          <p:cNvPr id="22" name="Text 15"/>
          <p:cNvSpPr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if every AI-agent action went through the same review — automatically, in seconds, before reaching Azure?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propose the fix.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8862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Change Advisory Board decides if it ships.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22696" y="5212080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this matters to the business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17373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Containment of AI-driven incidents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0" y="17373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pre-scored before it reaches Azure.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51760"/>
            <a:ext cx="11094415" cy="822960"/>
          </a:xfrm>
          <a:prstGeom prst="rect">
            <a:avLst/>
          </a:prstGeom>
          <a:solidFill>
            <a:srgbClr val="F7F7F5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803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26517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Audit-ready on day one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0" y="26517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lineage — every decision reconstructable from inputs.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5661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31520" y="37033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79476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63040" y="35661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Faster incident response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943600" y="35661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alerts route through the same pipeline; LLM-verified remediation plan in minutes, rollback pre-staged.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94415" cy="822960"/>
          </a:xfrm>
          <a:prstGeom prst="rect">
            <a:avLst/>
          </a:prstGeom>
          <a:solidFill>
            <a:srgbClr val="F7F7F5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31520" y="46177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70916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44805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discipline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943600" y="44805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agent surfaces waste; governance ensures DR and compliance tags aren't stripped by over-optimisation.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48640" y="5394960"/>
            <a:ext cx="11094415" cy="8229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1520" y="5532120"/>
            <a:ext cx="548640" cy="548640"/>
          </a:xfrm>
          <a:prstGeom prst="ellipse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562356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463040" y="539496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evidence</a:t>
            </a:r>
            <a:endParaRPr lang="en-US" sz="1600" dirty="0"/>
          </a:p>
        </p:txBody>
      </p:sp>
      <p:sp>
        <p:nvSpPr>
          <p:cNvPr id="30" name="Text 23"/>
          <p:cNvSpPr/>
          <p:nvPr/>
        </p:nvSpPr>
        <p:spPr>
          <a:xfrm>
            <a:off x="5943600" y="5394960"/>
            <a:ext cx="5516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+ full lineage supports SOC 2, ISO 27001, and PCI change-control obligations.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systems, one platform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agents supply the changes. The CAB decides whether they ship.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09000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5176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Agents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435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proposers</a:t>
            </a:r>
            <a:endParaRPr lang="en-US" sz="13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657600"/>
            <a:ext cx="365760" cy="3657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63040" y="361188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Agent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463040" y="393192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health, alerts, observability gaps</a:t>
            </a:r>
            <a:endParaRPr lang="en-US" sz="1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4348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63040" y="438912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Agent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1463040" y="470916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Waste, orphaned disks, over-provisioning</a:t>
            </a:r>
            <a:endParaRPr lang="en-US" sz="12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63040" y="516636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Agent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463040" y="5486400"/>
            <a:ext cx="380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posture, NSG rules, compliance</a:t>
            </a:r>
            <a:endParaRPr lang="en-US" sz="12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3977640"/>
            <a:ext cx="457200" cy="4572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553048" y="2377440"/>
            <a:ext cx="5090008" cy="365760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918808" y="2651760"/>
            <a:ext cx="4358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CAB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6918808" y="3108960"/>
            <a:ext cx="435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adjudicators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964528" y="377647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284568" y="3611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Blast Radius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9387688" y="361188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impact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6964528" y="432511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284568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387688" y="416052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compliance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6964528" y="487375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7284568" y="4709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</a:t>
            </a:r>
            <a:endParaRPr lang="en-US" sz="1500" dirty="0"/>
          </a:p>
        </p:txBody>
      </p:sp>
      <p:sp>
        <p:nvSpPr>
          <p:cNvPr id="31" name="Text 25"/>
          <p:cNvSpPr/>
          <p:nvPr/>
        </p:nvSpPr>
        <p:spPr>
          <a:xfrm>
            <a:off x="9387688" y="470916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precedent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6964528" y="5422392"/>
            <a:ext cx="137160" cy="13716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7284568" y="5257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34" name="Text 28"/>
          <p:cNvSpPr/>
          <p:nvPr/>
        </p:nvSpPr>
        <p:spPr>
          <a:xfrm>
            <a:off x="9387688" y="5257800"/>
            <a:ext cx="1889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volatility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SRI™ framework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dimensions. One weighted composite. One defensible verdict.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943600"/>
                <a:gridCol w="2743200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Dimension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What it measures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Producing agent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F3E4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SRI:Infrastructure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 radius — downstream services, SPOFs, availability zones affected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 Radius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SRI:Policy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compliance — policy match + severity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SRI:Historical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Precedent — BM25-ranked similarity to past incidents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9E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SRI:Cost</a:t>
                      </a:r>
                      <a:endParaRPr lang="en-US" sz="14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volatility — projected monthly cost delta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Financial 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897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verdict is reconstructable from its inputs. Every score is auditable.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decision surface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first. The LLM adjusts within a bounded ±30 range — with a guardrail that prevents model drift from ever dominating the verdict.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514600"/>
            <a:ext cx="137160" cy="1051560"/>
          </a:xfrm>
          <a:prstGeom prst="rect">
            <a:avLst/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78892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F6B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APPROVED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6459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≤ 25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023360" y="251460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HIGH / CRITICAL violation · Cleared for execution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703320"/>
            <a:ext cx="137160" cy="1051560"/>
          </a:xfrm>
          <a:prstGeom prst="rect">
            <a:avLst/>
          </a:prstGeom>
          <a:solidFill>
            <a:srgbClr val="B88A2E"/>
          </a:solidFill>
          <a:ln w="12700">
            <a:solidFill>
              <a:srgbClr val="B88A2E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97764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1645920" y="3840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B88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ESCALATED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1645920" y="4251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26 – 60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023360" y="370332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any HIGH violation · Human review required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48640" y="489204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4892040"/>
            <a:ext cx="137160" cy="1051560"/>
          </a:xfrm>
          <a:prstGeom prst="rect">
            <a:avLst/>
          </a:prstGeom>
          <a:solidFill>
            <a:srgbClr val="8B2635"/>
          </a:solidFill>
          <a:ln w="12700">
            <a:solidFill>
              <a:srgbClr val="8B2635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166360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645920" y="5029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B26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DENIED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1645920" y="54406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&gt; 60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023360" y="4892040"/>
            <a:ext cx="74368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…or any CRITICAL violation · Action blocked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Critical-severity policies always require human approval. The LLM cannot override them.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Architecturally different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240280"/>
            <a:ext cx="640080" cy="6400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as decision-maker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14400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use the LLM to explain a rule-based verdict. RuriSkry lets the LLM adjust the verdict within a bounded range — with a hard clamp that prevents hallucination from dominating.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38218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38218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3978" y="2240280"/>
            <a:ext cx="640080" cy="6400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703978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IaC-safe execution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703978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changes do not execute directly on Azure — Terraform would revert them. They open a pull request against the IaC repo. Governance decides; Terraform executes; humans merge.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27797" y="1828800"/>
            <a:ext cx="3515258" cy="41148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27797" y="1828800"/>
            <a:ext cx="351525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3557" y="224028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493557" y="3017520"/>
            <a:ext cx="278373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Audit by default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493557" y="3886200"/>
            <a:ext cx="27837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verdict, every score adjustment, every human approval — persisted to Cosmos DB. Counterfactual analysis on every decision: what would change this outcome?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it fits in an enterprise stack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5234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234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Ops Agent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38348" y="2400300"/>
            <a:ext cx="320040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649828" y="2011680"/>
            <a:ext cx="2194560" cy="1097280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4982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</a:t>
            </a:r>
            <a:endParaRPr lang="en-US" sz="1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828" y="2400300"/>
            <a:ext cx="320040" cy="3200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34730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34730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IaC / Azure</a:t>
            </a:r>
            <a:endParaRPr lang="en-US" sz="16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400300"/>
            <a:ext cx="320040" cy="32004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9044788" y="2011680"/>
            <a:ext cx="2194560" cy="109728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9044788" y="201168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applied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48640" y="384048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Complements, does not replace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548640" y="4297680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Policy, Defender, Advisor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signal sources, not decision layers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CD pipelines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RuriSkry triggers the PR, CI / CD runs it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human CAB </a:t>
            </a:r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handles the subset humans don't have bandwidth for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278728" y="3840480"/>
            <a:ext cx="5364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not replace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278728" y="4297680"/>
            <a:ext cx="536432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and access management (IAM)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IaC tool of choice (Terraform, Bicep)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existing change management process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today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08760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08760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licensed · public on GitHub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22978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22978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7298" y="2011680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83098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Azure-native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5283098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· Cosmos DB · AI Search · Key Vault · Resource Graph · Monitor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97317" y="173736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097317" y="173736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1637" y="2011680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57437" y="196596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Production-architected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9057437" y="242316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1,000+ test suite · deployed end-to-end on Azure · small-scale validated, ready for broader field testing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46220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Fully async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508760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agents · parallel orchestration · sub-10-second verdicts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322978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322978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7298" y="4046220"/>
            <a:ext cx="502920" cy="5029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283098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included</a:t>
            </a:r>
            <a:endParaRPr lang="en-US" sz="1700" dirty="0"/>
          </a:p>
        </p:txBody>
      </p:sp>
      <p:sp>
        <p:nvSpPr>
          <p:cNvPr id="30" name="Text 23"/>
          <p:cNvSpPr/>
          <p:nvPr/>
        </p:nvSpPr>
        <p:spPr>
          <a:xfrm>
            <a:off x="5283098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6-page React UI · SSE-streamed · enterprise design system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>
            <a:off x="8097317" y="3771900"/>
            <a:ext cx="3545738" cy="180594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097317" y="3771900"/>
            <a:ext cx="73152" cy="18059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1637" y="4046220"/>
            <a:ext cx="502920" cy="50292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9057437" y="4000500"/>
            <a:ext cx="23570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One-command deploy</a:t>
            </a:r>
            <a:endParaRPr lang="en-US" sz="1700" dirty="0"/>
          </a:p>
        </p:txBody>
      </p:sp>
      <p:sp>
        <p:nvSpPr>
          <p:cNvPr id="35" name="Text 27"/>
          <p:cNvSpPr/>
          <p:nvPr/>
        </p:nvSpPr>
        <p:spPr>
          <a:xfrm>
            <a:off x="9057437" y="4457700"/>
            <a:ext cx="235701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+ Container Apps + Static Web App in a single script</a:t>
            </a:r>
            <a:endParaRPr lang="en-US" sz="1200" dirty="0"/>
          </a:p>
        </p:txBody>
      </p:sp>
      <p:sp>
        <p:nvSpPr>
          <p:cNvPr id="36" name="Text 28"/>
          <p:cNvSpPr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Originally built for the Microsoft AI Dev Days Hackathon 2026 (Feb – Mar 2026). Validated at small scale; the architecture is ready for broader real-world testing.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what is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architectural gaps surfaced from early external review. Both land in the next phase.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536432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536432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06040"/>
            <a:ext cx="594360" cy="5943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33375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Evidence-aware scoring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14400" y="3886200"/>
            <a:ext cx="46328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Proposer-side confidence becomes a first-class scoring input. Low-confidence agent proposals widen the escalation band — even when composite risk is low. Raises the bar for auto-approval without lowering throughput for confident calls.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8728" y="2286000"/>
            <a:ext cx="5364328" cy="365760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78728" y="2286000"/>
            <a:ext cx="5364328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2606040"/>
            <a:ext cx="594360" cy="5943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644488" y="3337560"/>
            <a:ext cx="4632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Conditional approvals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44488" y="3886200"/>
            <a:ext cx="46328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Verdicts move beyond Approve / Escalate / Deny toward structured conditions: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window required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rollout required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pre-staged</a:t>
            </a:r>
            <a:endParaRPr lang="en-US" sz="13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approver required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Gateway enforces each condition before anything reaches Azure.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76072"/>
            <a:ext cx="100584" cy="676656"/>
          </a:xfrm>
          <a:prstGeom prst="rect">
            <a:avLst/>
          </a:prstGeom>
          <a:solidFill>
            <a:srgbClr val="2F3E46"/>
          </a:solidFill>
          <a:ln w="12700">
            <a:solidFill>
              <a:srgbClr val="2F3E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029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this is heading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64465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RuriSkry · Confidential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1185855" y="644652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are being deployed into production infrastructure faster than governance can catch up. Three beats to watch: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31720"/>
            <a:ext cx="9144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31720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1874520" y="2496312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Adoption is accelerating.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874520" y="2880360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cloud now ships operational AI agents. Enterprises are wiring them into production, whether or not governance is ready.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493008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493008"/>
            <a:ext cx="9144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493008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1874520" y="3657600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Capability controls are commoditising.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874520" y="4041648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IAM, permission scopes, rate limits — every vendor ships them. The judgment layer (blast radius, policy fit, precedent, cost) does not exist.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654296"/>
            <a:ext cx="11094415" cy="1051560"/>
          </a:xfrm>
          <a:prstGeom prst="rect">
            <a:avLst/>
          </a:prstGeom>
          <a:solidFill>
            <a:srgbClr val="E9E9E4"/>
          </a:solidFill>
          <a:ln w="12700">
            <a:solidFill>
              <a:srgbClr val="E9E9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4654296"/>
            <a:ext cx="91440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654296"/>
            <a:ext cx="914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200" dirty="0"/>
          </a:p>
        </p:txBody>
      </p:sp>
      <p:sp>
        <p:nvSpPr>
          <p:cNvPr id="20" name="Text 18"/>
          <p:cNvSpPr/>
          <p:nvPr/>
        </p:nvSpPr>
        <p:spPr>
          <a:xfrm>
            <a:off x="1874520" y="4818888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Procurement will follow.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874520" y="5202936"/>
            <a:ext cx="9585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pattern as IAM, endpoint detection, and cloud security posture management: a missing control layer becomes required procurement within 12–18 months.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5852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2F3E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RuriSkry is our working answer for Azure — open source, so the pattern can spread while the category gets built out.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F3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09728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i="1" dirty="0">
                <a:solidFill>
                  <a:srgbClr val="CBD5E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0" y="210312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agents propose the fix.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0" y="315468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AI Change Advisory Board decides if it ships.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547208" y="4480560"/>
            <a:ext cx="10972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0" y="4892040"/>
            <a:ext cx="121916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github.com/psc0des/ruriskry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 into the scoring</a:t>
            </a:r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src/core/governance_engine.py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back</a:t>
            </a:r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open an issue on GitHub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RuriSkry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RuriSkry — An AI Change Advisory Board for Autonomous Cloud Agents</dc:title>
  <dc:subject>Executive briefing</dc:subject>
  <dc:creator>RuriSkry</dc:creator>
  <cp:lastModifiedBy>RuriSkry</cp:lastModifiedBy>
  <cp:revision>1</cp:revision>
  <dcterms:created xsi:type="dcterms:W3CDTF">2026-04-23T18:21:51Z</dcterms:created>
  <dcterms:modified xsi:type="dcterms:W3CDTF">2026-04-23T18:21:51Z</dcterms:modified>
</cp:coreProperties>
</file>