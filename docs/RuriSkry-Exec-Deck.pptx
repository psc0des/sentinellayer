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4368" y="12344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24028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RuriSkry</a:t>
            </a:r>
            <a:endParaRPr lang="en-US" sz="6800" dirty="0"/>
          </a:p>
        </p:txBody>
      </p:sp>
      <p:sp>
        <p:nvSpPr>
          <p:cNvPr id="4" name="Text 1"/>
          <p:cNvSpPr/>
          <p:nvPr/>
        </p:nvSpPr>
        <p:spPr>
          <a:xfrm>
            <a:off x="0" y="3337560"/>
            <a:ext cx="121916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AI Cloud Ops Agents,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 by an AI Change Advisory Board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0" y="48006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propose the fix. An AI Change Advisory Board decides if it ships.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031840" y="548640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58064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Azure-native · Open source · Hackathon-born, production-architected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00584" cy="676656"/>
          </a:xfrm>
          <a:prstGeom prst="rect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emerging risk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RuriSkry ·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agents are now making infrastructure decisions at enterprise scale — with only capability controls (IAM, scopes) and no judgment layer.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0848" y="2743200"/>
            <a:ext cx="3657600" cy="237744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0848" y="2743200"/>
            <a:ext cx="73152" cy="2377440"/>
          </a:xfrm>
          <a:prstGeom prst="rect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888" y="306324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0888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agent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00888" y="4206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a DR VM to save $847/mo — without seeing the compliance tag that made it untouchable.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67048" y="2743200"/>
            <a:ext cx="3657600" cy="237744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67048" y="2743200"/>
            <a:ext cx="73152" cy="2377440"/>
          </a:xfrm>
          <a:prstGeom prst="rect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088" y="306324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87088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SRE agent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587088" y="4206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 a payment service — unaware that identical restarts triggered cascade failures three times before.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53248" y="2743200"/>
            <a:ext cx="3657600" cy="237744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153248" y="2743200"/>
            <a:ext cx="73152" cy="2377440"/>
          </a:xfrm>
          <a:prstGeom prst="rect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288" y="306324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73288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agent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473288" y="4206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network port — inadvertently exposing internal admin dashboards to the public internet.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today asks the judgment question before the agent acts.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00584" cy="676656"/>
          </a:xfrm>
          <a:prstGeom prst="rect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 are not governance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RuriSkry ·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00888" y="1737360"/>
            <a:ext cx="5212080" cy="402336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48" y="20574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6648" y="2788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66648" y="3337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the agent do this?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66648" y="388620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roles, token scopes, deny-lists, rate limits.</a:t>
            </a:r>
            <a:endParaRPr lang="en-US" sz="150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cloud ships them.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78728" y="1737360"/>
            <a:ext cx="5212080" cy="4023360"/>
          </a:xfrm>
          <a:prstGeom prst="rect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88" y="205740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44488" y="2788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644488" y="3337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the agent do this — right now, on this resource?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44488" y="388620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radius. Policy fit. Precedent. Cost. Evidence quality.</a:t>
            </a:r>
            <a:endParaRPr lang="en-US" sz="150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nobody ships them.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AI-agent tooling stops at guardrails. The judgment layer is missing.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00584" cy="676656"/>
          </a:xfrm>
          <a:prstGeom prst="rect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pattern that already 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RuriSkry ·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mature enterprise routes production change through a Change Advisory Board. A senior reviewer checks: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23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331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Blast radius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14800" y="2331720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if this goes wrong?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9067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9992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114800" y="2999232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violate compliance or internal standard?</a:t>
            </a:r>
            <a:endParaRPr lang="en-US" sz="15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58184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666744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Precedent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114800" y="3666744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this pattern failed before?</a:t>
            </a:r>
            <a:endParaRPr lang="en-US" sz="15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25696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433425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4114800" y="4334256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change financially sane?</a:t>
            </a:r>
            <a:endParaRPr lang="en-US" sz="15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093208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63040" y="50017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Conditions</a:t>
            </a:r>
            <a:endParaRPr lang="en-US" sz="1800" dirty="0"/>
          </a:p>
        </p:txBody>
      </p:sp>
      <p:sp>
        <p:nvSpPr>
          <p:cNvPr id="21" name="Text 14"/>
          <p:cNvSpPr/>
          <p:nvPr/>
        </p:nvSpPr>
        <p:spPr>
          <a:xfrm>
            <a:off x="4114800" y="5001768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window, canary rollout, rollback pre-staged.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548640" y="5852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every AI-agent action went through the same review — automatically, in seconds, before reaching Azure?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RuriSkry.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269748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judgment layer between your AI agents and Azure.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547208" y="3886200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160520"/>
            <a:ext cx="9997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agents </a:t>
            </a:r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proposed action.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verdict </a:t>
            </a:r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pipeline enforces.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</a:t>
            </a:r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decision.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5532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new process. No new IAM. Just the judgment layer that was missing.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00584" cy="676656"/>
          </a:xfrm>
          <a:prstGeom prst="rect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to the business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RuriSkry ·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94415" cy="82296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373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Containment of AI-driven incidents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0" y="1737360"/>
            <a:ext cx="5516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pre-scored before it reaches Azure.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651760"/>
            <a:ext cx="11094415" cy="822960"/>
          </a:xfrm>
          <a:prstGeom prst="rect">
            <a:avLst/>
          </a:prstGeom>
          <a:solidFill>
            <a:srgbClr val="F7F7F5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803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26517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Audit-ready on day one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943600" y="2651760"/>
            <a:ext cx="5516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 lineage — every decision reconstructable from inputs.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566160"/>
            <a:ext cx="11094415" cy="82296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" y="3703320"/>
            <a:ext cx="548640" cy="548640"/>
          </a:xfrm>
          <a:prstGeom prst="ellipse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947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5661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incident response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943600" y="3566160"/>
            <a:ext cx="5516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alerts route through the same pipeline; LLM-verified remediation plan in minutes, rollback pre-staged.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4480560"/>
            <a:ext cx="11094415" cy="822960"/>
          </a:xfrm>
          <a:prstGeom prst="rect">
            <a:avLst/>
          </a:prstGeom>
          <a:solidFill>
            <a:srgbClr val="F7F7F5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1520" y="4617720"/>
            <a:ext cx="548640" cy="548640"/>
          </a:xfrm>
          <a:prstGeom prst="ellipse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70916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44805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discipline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943600" y="4480560"/>
            <a:ext cx="5516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agent surfaces waste; governance ensures DR and compliance tags aren't stripped by over-optimisation.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48640" y="5394960"/>
            <a:ext cx="11094415" cy="82296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31520" y="5532120"/>
            <a:ext cx="548640" cy="548640"/>
          </a:xfrm>
          <a:prstGeom prst="ellipse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62356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63040" y="53949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evidence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5943600" y="5394960"/>
            <a:ext cx="5516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+ full lineage supports SOC 2, ISO 27001, and PCI change-control obligations.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00584" cy="676656"/>
          </a:xfrm>
          <a:prstGeom prst="rect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systems, one platform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RuriSkry ·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agents supply the changes. The CAB decides whether they ship.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090008" cy="365760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5176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Ops Agents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435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proposers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6576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3611880"/>
            <a:ext cx="380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Agent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63040" y="3931920"/>
            <a:ext cx="380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health, alerts, observability gaps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434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4389120"/>
            <a:ext cx="380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Agent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463040" y="4709160"/>
            <a:ext cx="380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Waste, orphaned disks, over-provisioning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120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5166360"/>
            <a:ext cx="380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Agent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5486400"/>
            <a:ext cx="380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posture, NSG rules, compliance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248" y="3977640"/>
            <a:ext cx="457200" cy="4572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553048" y="2377440"/>
            <a:ext cx="5090008" cy="3657600"/>
          </a:xfrm>
          <a:prstGeom prst="rect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918808" y="265176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CAB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6918808" y="3108960"/>
            <a:ext cx="435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adjudicators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964528" y="3776472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284568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Blast Radius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387688" y="3611880"/>
            <a:ext cx="188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impact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964528" y="4325112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284568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387688" y="4160520"/>
            <a:ext cx="188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compliance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964528" y="4873752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284568" y="4709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9387688" y="4709160"/>
            <a:ext cx="188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precedent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964528" y="5422392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284568" y="5257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9387688" y="5257800"/>
            <a:ext cx="188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volatility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00584" cy="676656"/>
          </a:xfrm>
          <a:prstGeom prst="rect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SRI™ framework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RuriSkry ·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dimensions. One weighted composite. One defensible verdict.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943600"/>
                <a:gridCol w="27432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Dimension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F3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What it measures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F3E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Producing agent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F3E4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SRI:Infrastructure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Blast radius — downstream services, SPOFs, availability zones affected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Blast Radius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9E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SRI:Policy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compliance — policy match + severity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SRI:Historical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Precedent — BM25-ranked similarity to past incidents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9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9E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SRI:Cost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volatility — projected monthly cost delta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verdict is reconstructable from its inputs. Every score is auditable.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00584" cy="676656"/>
          </a:xfrm>
          <a:prstGeom prst="rect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decision surface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RuriSkry ·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first. The LLM adjusts within a bounded ±30 range — with a guardrail that prevents model drift from ever dominating the verdict.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1094415" cy="105156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514600"/>
            <a:ext cx="137160" cy="1051560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F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APPROVED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4592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≤ 25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23360" y="2514600"/>
            <a:ext cx="74368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HIGH / CRITICAL violation · Cleared for execution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703320"/>
            <a:ext cx="11094415" cy="105156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3703320"/>
            <a:ext cx="137160" cy="1051560"/>
          </a:xfrm>
          <a:prstGeom prst="rect">
            <a:avLst/>
          </a:prstGeom>
          <a:solidFill>
            <a:srgbClr val="B88A2E"/>
          </a:solidFill>
          <a:ln w="12700">
            <a:solidFill>
              <a:srgbClr val="B88A2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97764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ESCALATED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645920" y="4251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26 – 60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023360" y="3703320"/>
            <a:ext cx="74368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…or any HIGH violation · Human review required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48640" y="4892040"/>
            <a:ext cx="11094415" cy="105156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4892040"/>
            <a:ext cx="137160" cy="1051560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16636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45920" y="5029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B2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DENIED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1645920" y="5440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&gt; 60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023360" y="4892040"/>
            <a:ext cx="74368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…or any CRITICAL violation · Action blocked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Critical-severity policies always require human approval. The LLM cannot override them.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00584" cy="676656"/>
          </a:xfrm>
          <a:prstGeom prst="rect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Architecturally different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RuriSkry ·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15258" cy="411480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3515258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402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017520"/>
            <a:ext cx="2783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as decision-maker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3886200"/>
            <a:ext cx="27837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use the LLM to explain a rule-based verdict. RuriSkry lets the LLM adjust the verdict within a bounded range — with a hard clamp that prevents hallucination from dominating.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38218" y="1828800"/>
            <a:ext cx="3515258" cy="411480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38218" y="1828800"/>
            <a:ext cx="3515258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978" y="224028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03978" y="3017520"/>
            <a:ext cx="2783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IaC-safe execution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703978" y="3886200"/>
            <a:ext cx="27837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changes do not execute directly on Azure — Terraform would revert them. They open a pull request against the IaC repo. Governance decides; Terraform executes; humans merge.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27797" y="1828800"/>
            <a:ext cx="3515258" cy="411480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27797" y="1828800"/>
            <a:ext cx="3515258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557" y="224028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93557" y="3017520"/>
            <a:ext cx="2783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by default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493557" y="3886200"/>
            <a:ext cx="27837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verdict, every score adjustment, every human approval — persisted to Cosmos DB. Counterfactual analysis on every decision: what would change this outcome?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00584" cy="676656"/>
          </a:xfrm>
          <a:prstGeom prst="rect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fits in an enterprise stack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RuriSkry ·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2348" y="2011680"/>
            <a:ext cx="2194560" cy="109728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2348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Ops Agent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348" y="2400300"/>
            <a:ext cx="320040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49828" y="2011680"/>
            <a:ext cx="2194560" cy="1097280"/>
          </a:xfrm>
          <a:prstGeom prst="rect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49828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RuriSkry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lang="en-US" sz="1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828" y="2400300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47308" y="2011680"/>
            <a:ext cx="2194560" cy="109728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47308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IaC / Azure</a:t>
            </a:r>
            <a:endParaRPr lang="en-US" sz="1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400300"/>
            <a:ext cx="320040" cy="3200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044788" y="2011680"/>
            <a:ext cx="2194560" cy="109728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044788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applied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48640" y="384048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Complements, does not replace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48640" y="4297680"/>
            <a:ext cx="5364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Policy, Defender, Advisor </a:t>
            </a:r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signal sources, not decision layers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CD pipelines </a:t>
            </a:r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RuriSkry triggers the PR, CI / CD runs it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human CAB </a:t>
            </a:r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handles the subset humans don't have bandwidth for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78728" y="384048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not replace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278728" y="4297680"/>
            <a:ext cx="5364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access management (IAM)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IaC tool of choice (Terraform, Bicep)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 change management process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00584" cy="676656"/>
          </a:xfrm>
          <a:prstGeom prst="rect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today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RuriSkry ·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45738" cy="180594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73152" cy="18059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965960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source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508760" y="2423160"/>
            <a:ext cx="235701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 · public on GitHub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22978" y="1737360"/>
            <a:ext cx="3545738" cy="180594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22978" y="1737360"/>
            <a:ext cx="73152" cy="18059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98" y="201168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83098" y="1965960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Azure-native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283098" y="2423160"/>
            <a:ext cx="235701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 · Cosmos DB · AI Search · Key Vault · Resource Graph · Monitor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97317" y="1737360"/>
            <a:ext cx="3545738" cy="180594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97317" y="1737360"/>
            <a:ext cx="73152" cy="18059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637" y="201168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57437" y="1965960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Production-architected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9057437" y="2423160"/>
            <a:ext cx="235701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test suite · deployed end-to-end on Azure · small-scale validated, ready for broader field testing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3771900"/>
            <a:ext cx="3545738" cy="180594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48640" y="3771900"/>
            <a:ext cx="73152" cy="18059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4622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4000500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async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1508760" y="4457700"/>
            <a:ext cx="235701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agents · parallel orchestration · sub-10-second verdicts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22978" y="3771900"/>
            <a:ext cx="3545738" cy="180594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322978" y="3771900"/>
            <a:ext cx="73152" cy="18059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298" y="4046220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83098" y="4000500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included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5283098" y="4457700"/>
            <a:ext cx="235701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6-page React UI · SSE-streamed · enterprise design system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097317" y="3771900"/>
            <a:ext cx="3545738" cy="180594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097317" y="3771900"/>
            <a:ext cx="73152" cy="18059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637" y="4046220"/>
            <a:ext cx="502920" cy="5029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57437" y="4000500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One-command deploy</a:t>
            </a:r>
            <a:endParaRPr lang="en-US" sz="1700" dirty="0"/>
          </a:p>
        </p:txBody>
      </p:sp>
      <p:sp>
        <p:nvSpPr>
          <p:cNvPr id="35" name="Text 27"/>
          <p:cNvSpPr/>
          <p:nvPr/>
        </p:nvSpPr>
        <p:spPr>
          <a:xfrm>
            <a:off x="9057437" y="4457700"/>
            <a:ext cx="235701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Container Apps + Static Web App in a single script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built for the Microsoft AI Dev Days Hackathon 2026 (Feb – Mar 2026). Validated at small scale; the architecture is ready for broader real-world testing.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00584" cy="676656"/>
          </a:xfrm>
          <a:prstGeom prst="rect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— what is next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RuriSkry ·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architectural gaps surfaced from early external review. Both land in the next phase.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364328" cy="365760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5364328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06040"/>
            <a:ext cx="59436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333756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Evidence-aware scoring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14400" y="3886200"/>
            <a:ext cx="46328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Proposer-side confidence becomes a first-class scoring input. Low-confidence agent proposals widen the escalation band — even when composite risk is low. Raises the bar for auto-approval without lowering throughput for confident calls.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78728" y="2286000"/>
            <a:ext cx="5364328" cy="365760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78728" y="2286000"/>
            <a:ext cx="5364328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88" y="2606040"/>
            <a:ext cx="594360" cy="594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44488" y="333756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Conditional approvals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644488" y="3886200"/>
            <a:ext cx="46328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move beyond Approve / Escalate / Deny toward structured conditions: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window required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rollout required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pre-staged</a:t>
            </a:r>
            <a:endParaRPr lang="en-US" sz="13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approver required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Gateway enforces each condition before anything reaches Azure.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00584" cy="676656"/>
          </a:xfrm>
          <a:prstGeom prst="rect">
            <a:avLst/>
          </a:prstGeom>
          <a:solidFill>
            <a:srgbClr val="2F3E46"/>
          </a:solidFill>
          <a:ln w="12700">
            <a:solidFill>
              <a:srgbClr val="2F3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is heading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RuriSkry · Confidential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being deployed into production infrastructure faster than governance can catch up. Three beats to watch: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1094415" cy="105156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31720"/>
            <a:ext cx="914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3172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874520" y="2496312"/>
            <a:ext cx="9585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is accelerating.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874520" y="2880360"/>
            <a:ext cx="9585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cloud now ships operational AI agents. Enterprises are wiring them into production, whether or not governance is ready.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11094415" cy="105156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493008"/>
            <a:ext cx="914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493008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1874520" y="3657600"/>
            <a:ext cx="9585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controls are commoditising.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874520" y="4041648"/>
            <a:ext cx="9585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IAM, permission scopes, rate limits — every vendor ships them. The judgment layer (blast radius, policy fit, precedent, cost) does not exist.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54296"/>
            <a:ext cx="11094415" cy="1051560"/>
          </a:xfrm>
          <a:prstGeom prst="rect">
            <a:avLst/>
          </a:prstGeom>
          <a:solidFill>
            <a:srgbClr val="E9E9E4"/>
          </a:solidFill>
          <a:ln w="12700">
            <a:solidFill>
              <a:srgbClr val="E9E9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654296"/>
            <a:ext cx="914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654296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1874520" y="4818888"/>
            <a:ext cx="9585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Procurement will follow.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874520" y="5202936"/>
            <a:ext cx="9585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as IAM, endpoint detection, and cloud security posture management: a missing control layer becomes required procurement within 12–18 months.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852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F3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RuriSkry is our working answer for Azure — open source, so the pattern can spread while the category gets built out.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propose the fix.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0" y="315468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Change Advisory Board decides if it ships.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547208" y="4480560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92040"/>
            <a:ext cx="121916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pPr algn="ctr"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github.com/psc0des/ruriskry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into the scoring</a:t>
            </a:r>
            <a:pPr algn="ctr"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src/core/governance_engine.py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back</a:t>
            </a:r>
            <a:pPr algn="ctr"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open an issue on GitHub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RuriSkry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RuriSkry — An AI Change Advisory Board for Autonomous Cloud Agents</dc:title>
  <dc:subject>Executive briefing</dc:subject>
  <dc:creator>RuriSkry</dc:creator>
  <cp:lastModifiedBy>RuriSkry</cp:lastModifiedBy>
  <cp:revision>1</cp:revision>
  <dcterms:created xsi:type="dcterms:W3CDTF">2026-04-23T18:27:06Z</dcterms:created>
  <dcterms:modified xsi:type="dcterms:W3CDTF">2026-04-23T18:27:06Z</dcterms:modified>
</cp:coreProperties>
</file>