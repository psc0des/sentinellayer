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8648" y="1645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RuriSkry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0" y="384048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AI Change Advisory Board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Autonomous Cloud Agents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0" y="566928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Azure-native · Open source · Production-grade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emerging risk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AI agents are now making infrastructure decisions at enterprise scale — with only capability controls (IAM, scopes) and no judgment layer.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80848" y="2743200"/>
            <a:ext cx="3657600" cy="23774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0848" y="2743200"/>
            <a:ext cx="73152" cy="237744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888" y="3063240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00888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agent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00888" y="42062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Deletes a DR VM to save $847/mo — without seeing the compliance tag that made it untouchable.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67048" y="2743200"/>
            <a:ext cx="3657600" cy="23774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67048" y="2743200"/>
            <a:ext cx="73152" cy="237744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088" y="3063240"/>
            <a:ext cx="548640" cy="5486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87088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SRE agent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4587088" y="42062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Restarts a payment service — unaware that identical restarts triggered cascade failures three times before.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153248" y="2743200"/>
            <a:ext cx="3657600" cy="23774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153248" y="2743200"/>
            <a:ext cx="73152" cy="237744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288" y="306324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73288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agent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8473288" y="42062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a network port — inadvertently exposing internal admin dashboards to the public internet.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Nobody today asks the judgment question before the agent acts.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Guardrails are not governance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00888" y="1737360"/>
            <a:ext cx="5212080" cy="40233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05740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6648" y="2788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Guardrails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066648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the agent do this?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66648" y="388620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roles, token scopes, deny-lists, rate limits.</a:t>
            </a:r>
            <a:endParaRPr lang="en-US" sz="1500" dirty="0"/>
          </a:p>
          <a:p>
            <a:pPr algn="l" indent="0" marL="0"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cloud ships them.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78728" y="1737360"/>
            <a:ext cx="5212080" cy="402336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488" y="205740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44488" y="2788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6644488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Should the agent do this — right now, on this resource?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644488" y="388620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 radius. Policy fit. Precedent. Cost. Evidence quality.</a:t>
            </a:r>
            <a:endParaRPr lang="en-US" sz="1500" dirty="0"/>
          </a:p>
          <a:p>
            <a:pPr algn="l" indent="0" marL="0">
              <a:buNone/>
            </a:pPr>
            <a:r>
              <a:rPr lang="en-US" sz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nobody ships them.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AI-agent tooling stops at guardrails. The judgment layer is missing.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pattern that already works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mature enterprise routes production change through a Change Advisory Board. A senior reviewer checks: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231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23317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Blast radius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0" y="2331720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if this goes wrong?</a:t>
            </a:r>
            <a:endParaRPr lang="en-US" sz="15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9067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299923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4114800" y="2999232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violate compliance or internal standard?</a:t>
            </a:r>
            <a:endParaRPr lang="en-US" sz="15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75818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3666744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Precedent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114800" y="3666744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this pattern failed before?</a:t>
            </a:r>
            <a:endParaRPr lang="en-US" sz="15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25696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334256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4114800" y="4334256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change financially sane?</a:t>
            </a:r>
            <a:endParaRPr lang="en-US" sz="15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093208"/>
            <a:ext cx="457200" cy="4572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63040" y="500176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Conditions</a:t>
            </a:r>
            <a:endParaRPr lang="en-US" sz="1800" dirty="0"/>
          </a:p>
        </p:txBody>
      </p:sp>
      <p:sp>
        <p:nvSpPr>
          <p:cNvPr id="21" name="Text 14"/>
          <p:cNvSpPr/>
          <p:nvPr/>
        </p:nvSpPr>
        <p:spPr>
          <a:xfrm>
            <a:off x="4114800" y="5001768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window, canary rollout, rollback pre-staged.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every AI-agent action went through the same review — automatically, in seconds, before reaching Azure?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3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64592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RuriSkry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283464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agents propose the fix.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0" y="388620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AI Change Advisory Board decides if it ships.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022696" y="5212080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 to the business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11094415" cy="8229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745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7373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Containment of AI-driven incidents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0" y="17373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pre-scored before it reaches Azure.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651760"/>
            <a:ext cx="11094415" cy="822960"/>
          </a:xfrm>
          <a:prstGeom prst="rect">
            <a:avLst/>
          </a:prstGeom>
          <a:solidFill>
            <a:srgbClr val="F7F7F5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8036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26517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Audit-ready on day one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943600" y="26517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lineage — every decision reconstructable from inputs.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3566160"/>
            <a:ext cx="11094415" cy="8229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31520" y="37033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79476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3566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 incident response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943600" y="35661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alerts route through the same pipeline; LLM-verified remediation plan in minutes, rollback pre-staged.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94415" cy="822960"/>
          </a:xfrm>
          <a:prstGeom prst="rect">
            <a:avLst/>
          </a:prstGeom>
          <a:solidFill>
            <a:srgbClr val="F7F7F5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31520" y="46177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70916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44805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discipline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5943600" y="44805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agent surfaces waste; governance ensures DR and compliance tags aren't stripped by over-optimisation.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548640" y="5394960"/>
            <a:ext cx="11094415" cy="8229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31520" y="55321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623560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463040" y="53949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evidence</a:t>
            </a:r>
            <a:endParaRPr lang="en-US" sz="1600" dirty="0"/>
          </a:p>
        </p:txBody>
      </p:sp>
      <p:sp>
        <p:nvSpPr>
          <p:cNvPr id="30" name="Text 23"/>
          <p:cNvSpPr/>
          <p:nvPr/>
        </p:nvSpPr>
        <p:spPr>
          <a:xfrm>
            <a:off x="5943600" y="53949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+ full lineage supports SOC 2, ISO 27001, and PCI change-control obligations.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systems, one platform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agents supply the changes. The CAB decides whether they ship.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5090008" cy="36576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5176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Ops Agents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435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proposers</a:t>
            </a:r>
            <a:endParaRPr lang="en-US" sz="13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65760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63040" y="361188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Monitoring Agent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463040" y="393192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health, alerts, observability gaps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4348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438912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Agent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1463040" y="470916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Waste, orphaned disks, over-provisioning</a:t>
            </a:r>
            <a:endParaRPr lang="en-US" sz="12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516636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 Agent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463040" y="548640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posture, NSG rules, compliance</a:t>
            </a:r>
            <a:endParaRPr lang="en-US" sz="12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248" y="3977640"/>
            <a:ext cx="457200" cy="4572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553048" y="2377440"/>
            <a:ext cx="5090008" cy="365760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918808" y="265176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CAB</a:t>
            </a:r>
            <a:endParaRPr lang="en-US" sz="2200" dirty="0"/>
          </a:p>
        </p:txBody>
      </p:sp>
      <p:sp>
        <p:nvSpPr>
          <p:cNvPr id="22" name="Text 16"/>
          <p:cNvSpPr/>
          <p:nvPr/>
        </p:nvSpPr>
        <p:spPr>
          <a:xfrm>
            <a:off x="6918808" y="3108960"/>
            <a:ext cx="435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adjudicators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6964528" y="3776472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7284568" y="3611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Blast Radius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9387688" y="3611880"/>
            <a:ext cx="188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impact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6964528" y="4325112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284568" y="4160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9387688" y="4160520"/>
            <a:ext cx="188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compliance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964528" y="4873752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284568" y="4709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9387688" y="4709160"/>
            <a:ext cx="188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precedent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6964528" y="5422392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7284568" y="5257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</a:t>
            </a:r>
            <a:endParaRPr lang="en-US" sz="1500" dirty="0"/>
          </a:p>
        </p:txBody>
      </p:sp>
      <p:sp>
        <p:nvSpPr>
          <p:cNvPr id="34" name="Text 28"/>
          <p:cNvSpPr/>
          <p:nvPr/>
        </p:nvSpPr>
        <p:spPr>
          <a:xfrm>
            <a:off x="9387688" y="5257800"/>
            <a:ext cx="188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volatility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SRI™ framework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independent dimensions. One weighted composite. One defensible verdict.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943600"/>
                <a:gridCol w="2743200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Dimension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F3E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What it measures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F3E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Producing agent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F3E4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SRI:Infrastructure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 radius — downstream services, SPOFs, availability zones affected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 Radius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SRI:Policy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compliance — policy match + severity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SRI:Historical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Precedent — BM25-ranked similarity to past incidents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Historical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SRI:Cost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 volatility — projected monthly cost delta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897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verdict is reconstructable from its inputs. Every score is auditable.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decision surface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rules first. The LLM adjusts within a bounded ±30 range — with a guardrail that prevents model drift from ever dominating the verdict.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514600"/>
            <a:ext cx="137160" cy="1051560"/>
          </a:xfrm>
          <a:prstGeom prst="rect">
            <a:avLst/>
          </a:prstGeom>
          <a:solidFill>
            <a:srgbClr val="3F6B4E"/>
          </a:solidFill>
          <a:ln w="12700">
            <a:solidFill>
              <a:srgbClr val="3F6B4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F6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APPROVED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6459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≤ 25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023360" y="2514600"/>
            <a:ext cx="74368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HIGH / CRITICAL violation · Cleared for execution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703320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3703320"/>
            <a:ext cx="137160" cy="1051560"/>
          </a:xfrm>
          <a:prstGeom prst="rect">
            <a:avLst/>
          </a:prstGeom>
          <a:solidFill>
            <a:srgbClr val="B88A2E"/>
          </a:solidFill>
          <a:ln w="12700">
            <a:solidFill>
              <a:srgbClr val="B88A2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4592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8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ESCALATED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1645920" y="4251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26 – 60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023360" y="3703320"/>
            <a:ext cx="74368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…or any HIGH violation · Human review required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48640" y="4892040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4892040"/>
            <a:ext cx="137160" cy="1051560"/>
          </a:xfrm>
          <a:prstGeom prst="rect">
            <a:avLst/>
          </a:prstGeom>
          <a:solidFill>
            <a:srgbClr val="8B2635"/>
          </a:solidFill>
          <a:ln w="12700">
            <a:solidFill>
              <a:srgbClr val="8B2635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166360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645920" y="5029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B26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DENIED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1645920" y="5440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&gt; 60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023360" y="4892040"/>
            <a:ext cx="74368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…or any CRITICAL violation · Action blocked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Critical-severity policies always require human approval. The LLM cannot override them.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Architecturally different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15258" cy="41148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351525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240280"/>
            <a:ext cx="640080" cy="6400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301752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as decision-maker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14400" y="3886200"/>
            <a:ext cx="27837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use the LLM to explain a rule-based verdict. RuriSkry lets the LLM adjust the verdict within a bounded range — with a hard clamp that prevents hallucination from dominating.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38218" y="1828800"/>
            <a:ext cx="3515258" cy="41148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38218" y="1828800"/>
            <a:ext cx="351525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978" y="2240280"/>
            <a:ext cx="640080" cy="6400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03978" y="301752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IaC-safe execution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703978" y="3886200"/>
            <a:ext cx="27837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changes do not execute directly on Azure — Terraform would revert them. They open a pull request against the IaC repo. Governance decides; Terraform executes; humans merge.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127797" y="1828800"/>
            <a:ext cx="3515258" cy="41148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127797" y="1828800"/>
            <a:ext cx="351525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3557" y="2240280"/>
            <a:ext cx="640080" cy="6400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93557" y="301752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by default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493557" y="3886200"/>
            <a:ext cx="27837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verdict, every score adjustment, every human approval — persisted to Cosmos DB. Counterfactual analysis on every decision: what would change this outcome?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it fits in an enterprise stack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52348" y="2011680"/>
            <a:ext cx="2194560" cy="109728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2348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Ops Agent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8348" y="2400300"/>
            <a:ext cx="320040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49828" y="2011680"/>
            <a:ext cx="2194560" cy="109728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49828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RuriSkry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</a:t>
            </a:r>
            <a:endParaRPr lang="en-US" sz="1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828" y="2400300"/>
            <a:ext cx="320040" cy="3200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47308" y="2011680"/>
            <a:ext cx="2194560" cy="109728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347308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IaC / Azure</a:t>
            </a:r>
            <a:endParaRPr lang="en-US" sz="16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400300"/>
            <a:ext cx="320040" cy="32004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9044788" y="2011680"/>
            <a:ext cx="2194560" cy="109728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9044788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 applied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548640" y="384048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Complements, does not replace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548640" y="4297680"/>
            <a:ext cx="53643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Policy, Defender, Advisor </a:t>
            </a:r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signal sources, not decision layers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CD pipelines </a:t>
            </a:r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RuriSkry triggers the PR, CI / CD runs it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human CAB </a:t>
            </a:r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handles the subset humans don't have bandwidth for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278728" y="384048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not replace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6278728" y="4297680"/>
            <a:ext cx="53643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and access management (IAM)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IaC tool of choice (Terraform, Bicep)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existing change management process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today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3736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196596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source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508760" y="242316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licensed · public on GitHub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22978" y="173736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22978" y="173736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7298" y="2011680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83098" y="196596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Azure-native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5283098" y="242316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 · Cosmos DB · AI Search · Key Vault · Resource Graph · Monitor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97317" y="173736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097317" y="173736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637" y="2011680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057437" y="196596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Production-architected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9057437" y="242316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 test suite · deployed end-to-end on Azure · small-scale validated, ready for broader field testing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377190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48640" y="377190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46220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508760" y="400050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Fully async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1508760" y="445770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agents · parallel orchestration · sub-10-second verdicts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322978" y="377190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322978" y="377190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7298" y="4046220"/>
            <a:ext cx="502920" cy="5029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283098" y="400050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included</a:t>
            </a:r>
            <a:endParaRPr lang="en-US" sz="1700" dirty="0"/>
          </a:p>
        </p:txBody>
      </p:sp>
      <p:sp>
        <p:nvSpPr>
          <p:cNvPr id="30" name="Text 23"/>
          <p:cNvSpPr/>
          <p:nvPr/>
        </p:nvSpPr>
        <p:spPr>
          <a:xfrm>
            <a:off x="5283098" y="445770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6-page React UI · SSE-streamed · enterprise design system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8097317" y="377190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097317" y="377190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1637" y="4046220"/>
            <a:ext cx="502920" cy="5029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057437" y="400050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One-command deploy</a:t>
            </a:r>
            <a:endParaRPr lang="en-US" sz="1700" dirty="0"/>
          </a:p>
        </p:txBody>
      </p:sp>
      <p:sp>
        <p:nvSpPr>
          <p:cNvPr id="35" name="Text 27"/>
          <p:cNvSpPr/>
          <p:nvPr/>
        </p:nvSpPr>
        <p:spPr>
          <a:xfrm>
            <a:off x="9057437" y="445770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+ Container Apps + Static Web App in a single script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built for the Microsoft AI Dev Days Hackathon 2026 (Feb – Mar 2026). Validated at small scale; the architecture is ready for broader real-world testing.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— what is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architectural gaps surfaced from early external review. Both land in the next phase.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5364328" cy="36576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286000"/>
            <a:ext cx="536432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06040"/>
            <a:ext cx="594360" cy="5943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33375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Evidence-aware scoring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914400" y="3886200"/>
            <a:ext cx="463280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Proposer-side confidence becomes a first-class scoring input. Low-confidence agent proposals widen the escalation band — even when composite risk is low. Raises the bar for auto-approval without lowering throughput for confident calls.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78728" y="2286000"/>
            <a:ext cx="5364328" cy="36576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78728" y="2286000"/>
            <a:ext cx="536432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488" y="2606040"/>
            <a:ext cx="594360" cy="5943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644488" y="33375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Conditional approvals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644488" y="3886200"/>
            <a:ext cx="463280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move beyond Approve / Escalate / Deny toward structured conditions: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window required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rollout required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pre-staged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approver required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Execution Gateway enforces each condition before anything reaches Azure.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is heading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are being deployed into production infrastructure faster than governance can catch up. Three beats to watch: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331720"/>
            <a:ext cx="91440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331720"/>
            <a:ext cx="914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1874520" y="2496312"/>
            <a:ext cx="9585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Adoption is accelerating.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874520" y="2880360"/>
            <a:ext cx="9585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cloud now ships operational AI agents. Enterprises are wiring them into production, whether or not governance is ready.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93008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493008"/>
            <a:ext cx="91440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493008"/>
            <a:ext cx="914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1874520" y="3657600"/>
            <a:ext cx="9585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Capability controls are commoditising.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874520" y="4041648"/>
            <a:ext cx="9585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IAM, permission scopes, rate limits — every vendor ships them. The judgment layer (blast radius, policy fit, precedent, cost) does not exist.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654296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654296"/>
            <a:ext cx="91440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654296"/>
            <a:ext cx="914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1874520" y="4818888"/>
            <a:ext cx="9585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Procurement will follow.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874520" y="5202936"/>
            <a:ext cx="9585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as IAM, endpoint detection, and cloud security posture management: a missing control layer becomes required procurement within 12–18 months.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RuriSkry is our working answer for Azure — open source, so the pattern can spread while the category gets built out.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F3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18872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0" y="2377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I would like to explore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71600" y="310896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“Where does this fit against what we are doing with AI agents internally?”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70332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“Is the CAB pattern something we should productise further?”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429768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“Is there a fit with customers starting to deploy AI agents?”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638648" y="5166360"/>
            <a:ext cx="9144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548640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github.com/psc0des/ruriskry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RuriSkry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RuriSkry — An AI Change Advisory Board for Autonomous Cloud Agents</dc:title>
  <dc:subject>Executive briefing</dc:subject>
  <dc:creator>RuriSkry</dc:creator>
  <cp:lastModifiedBy>RuriSkry</cp:lastModifiedBy>
  <cp:revision>1</cp:revision>
  <dcterms:created xsi:type="dcterms:W3CDTF">2026-04-23T18:13:23Z</dcterms:created>
  <dcterms:modified xsi:type="dcterms:W3CDTF">2026-04-23T18:13:23Z</dcterms:modified>
</cp:coreProperties>
</file>